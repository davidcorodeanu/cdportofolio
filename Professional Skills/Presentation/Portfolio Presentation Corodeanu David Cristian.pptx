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56" r:id="rId5"/>
    <p:sldId id="257" r:id="rId6"/>
    <p:sldId id="286" r:id="rId7"/>
    <p:sldId id="291" r:id="rId8"/>
    <p:sldId id="289" r:id="rId9"/>
    <p:sldId id="297" r:id="rId10"/>
    <p:sldId id="29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593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46" autoAdjust="0"/>
  </p:normalViewPr>
  <p:slideViewPr>
    <p:cSldViewPr snapToGrid="0">
      <p:cViewPr varScale="1">
        <p:scale>
          <a:sx n="107" d="100"/>
          <a:sy n="107" d="100"/>
        </p:scale>
        <p:origin x="750" y="102"/>
      </p:cViewPr>
      <p:guideLst/>
    </p:cSldViewPr>
  </p:slideViewPr>
  <p:outlineViewPr>
    <p:cViewPr>
      <p:scale>
        <a:sx n="33" d="100"/>
        <a:sy n="33" d="100"/>
      </p:scale>
      <p:origin x="0" y="-576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7325"/>
    </p:cViewPr>
  </p:sorterViewPr>
  <p:notesViewPr>
    <p:cSldViewPr snapToGrid="0">
      <p:cViewPr varScale="1">
        <p:scale>
          <a:sx n="58" d="100"/>
          <a:sy n="58" d="100"/>
        </p:scale>
        <p:origin x="237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3C5D7AC-73EC-4384-985F-2A458893D62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E72052F-C8F1-424A-895D-53FBD1A422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Introduction</a:t>
          </a:r>
          <a:endParaRPr lang="en-US" dirty="0"/>
        </a:p>
      </dgm:t>
    </dgm:pt>
    <dgm:pt modelId="{E4EF3144-4ECD-46F8-B5BB-941BB93744AA}" type="parTrans" cxnId="{1EDF9C21-5C24-4D36-A5E0-3579475C946E}">
      <dgm:prSet/>
      <dgm:spPr/>
      <dgm:t>
        <a:bodyPr/>
        <a:lstStyle/>
        <a:p>
          <a:endParaRPr lang="en-US"/>
        </a:p>
      </dgm:t>
    </dgm:pt>
    <dgm:pt modelId="{F94FEAEA-9FB0-46FF-AE99-6E4699ECFD13}" type="sibTrans" cxnId="{1EDF9C21-5C24-4D36-A5E0-3579475C946E}">
      <dgm:prSet/>
      <dgm:spPr/>
      <dgm:t>
        <a:bodyPr/>
        <a:lstStyle/>
        <a:p>
          <a:endParaRPr lang="en-US"/>
        </a:p>
      </dgm:t>
    </dgm:pt>
    <dgm:pt modelId="{01CF37E9-0CF0-471A-89A2-2BFB63DA53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Conclusion</a:t>
          </a:r>
        </a:p>
      </dgm:t>
    </dgm:pt>
    <dgm:pt modelId="{62A339D5-24F6-4D57-8C63-28A095159339}" type="parTrans" cxnId="{EC243F42-BED2-4634-8858-D2F216616FA2}">
      <dgm:prSet/>
      <dgm:spPr/>
      <dgm:t>
        <a:bodyPr/>
        <a:lstStyle/>
        <a:p>
          <a:endParaRPr lang="en-US"/>
        </a:p>
      </dgm:t>
    </dgm:pt>
    <dgm:pt modelId="{15FFF2B3-682C-4517-9F38-8D26026AE4EA}" type="sibTrans" cxnId="{EC243F42-BED2-4634-8858-D2F216616FA2}">
      <dgm:prSet/>
      <dgm:spPr/>
      <dgm:t>
        <a:bodyPr/>
        <a:lstStyle/>
        <a:p>
          <a:endParaRPr lang="en-US"/>
        </a:p>
      </dgm:t>
    </dgm:pt>
    <dgm:pt modelId="{9B6F8F2D-B37B-4B5A-A613-67CF5C8E1A3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 dirty="0"/>
            <a:t>Questions?</a:t>
          </a:r>
          <a:endParaRPr lang="en-US" dirty="0"/>
        </a:p>
      </dgm:t>
    </dgm:pt>
    <dgm:pt modelId="{7B853551-D493-4941-8354-7892951AA8C7}" type="parTrans" cxnId="{92FC1B8C-9A6E-4455-81EE-AC0B9CC662BD}">
      <dgm:prSet/>
      <dgm:spPr/>
      <dgm:t>
        <a:bodyPr/>
        <a:lstStyle/>
        <a:p>
          <a:endParaRPr lang="en-US"/>
        </a:p>
      </dgm:t>
    </dgm:pt>
    <dgm:pt modelId="{5685EB55-A29D-4C2E-85E9-A5E5D87664B4}" type="sibTrans" cxnId="{92FC1B8C-9A6E-4455-81EE-AC0B9CC662BD}">
      <dgm:prSet/>
      <dgm:spPr/>
      <dgm:t>
        <a:bodyPr/>
        <a:lstStyle/>
        <a:p>
          <a:endParaRPr lang="en-US"/>
        </a:p>
      </dgm:t>
    </dgm:pt>
    <dgm:pt modelId="{9FADA683-36C6-43B0-9710-B63AB7AF93B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Showcasing the Portfolio website</a:t>
          </a:r>
        </a:p>
      </dgm:t>
    </dgm:pt>
    <dgm:pt modelId="{6DD06F30-943C-4BFC-9BF3-AD00BFC25384}" type="sibTrans" cxnId="{C7C94230-9A39-434F-AE58-743C772B799C}">
      <dgm:prSet/>
      <dgm:spPr/>
      <dgm:t>
        <a:bodyPr/>
        <a:lstStyle/>
        <a:p>
          <a:endParaRPr lang="en-US"/>
        </a:p>
      </dgm:t>
    </dgm:pt>
    <dgm:pt modelId="{B826BD8F-3BDA-475B-A84C-C82072B10763}" type="parTrans" cxnId="{C7C94230-9A39-434F-AE58-743C772B799C}">
      <dgm:prSet/>
      <dgm:spPr/>
      <dgm:t>
        <a:bodyPr/>
        <a:lstStyle/>
        <a:p>
          <a:endParaRPr lang="en-US"/>
        </a:p>
      </dgm:t>
    </dgm:pt>
    <dgm:pt modelId="{0C3B8AA0-7033-4C59-920C-F51E2351D179}" type="pres">
      <dgm:prSet presAssocID="{63C5D7AC-73EC-4384-985F-2A458893D62D}" presName="root" presStyleCnt="0">
        <dgm:presLayoutVars>
          <dgm:dir/>
          <dgm:resizeHandles val="exact"/>
        </dgm:presLayoutVars>
      </dgm:prSet>
      <dgm:spPr/>
    </dgm:pt>
    <dgm:pt modelId="{6E19BADF-8A1C-4566-8AEC-342DF3ABD37A}" type="pres">
      <dgm:prSet presAssocID="{EE72052F-C8F1-424A-895D-53FBD1A422BE}" presName="compNode" presStyleCnt="0"/>
      <dgm:spPr/>
    </dgm:pt>
    <dgm:pt modelId="{EF9C1B02-0015-4353-A714-907079095D34}" type="pres">
      <dgm:prSet presAssocID="{EE72052F-C8F1-424A-895D-53FBD1A422BE}" presName="bgRect" presStyleLbl="bgShp" presStyleIdx="0" presStyleCnt="4"/>
      <dgm:spPr/>
    </dgm:pt>
    <dgm:pt modelId="{C8E163C0-1414-418B-8A6A-A9EAE2991942}" type="pres">
      <dgm:prSet presAssocID="{EE72052F-C8F1-424A-895D-53FBD1A422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AFB28E0B-E409-4254-803A-1DD13786421A}" type="pres">
      <dgm:prSet presAssocID="{EE72052F-C8F1-424A-895D-53FBD1A422BE}" presName="spaceRect" presStyleCnt="0"/>
      <dgm:spPr/>
    </dgm:pt>
    <dgm:pt modelId="{D8518B02-CF5C-4997-AB9C-D30B419B635A}" type="pres">
      <dgm:prSet presAssocID="{EE72052F-C8F1-424A-895D-53FBD1A422BE}" presName="parTx" presStyleLbl="revTx" presStyleIdx="0" presStyleCnt="4">
        <dgm:presLayoutVars>
          <dgm:chMax val="0"/>
          <dgm:chPref val="0"/>
        </dgm:presLayoutVars>
      </dgm:prSet>
      <dgm:spPr/>
    </dgm:pt>
    <dgm:pt modelId="{A06FB62C-3B87-41CE-9E6D-9A3F7BA8D385}" type="pres">
      <dgm:prSet presAssocID="{F94FEAEA-9FB0-46FF-AE99-6E4699ECFD13}" presName="sibTrans" presStyleCnt="0"/>
      <dgm:spPr/>
    </dgm:pt>
    <dgm:pt modelId="{F0C825CC-A941-485B-A6E4-271B8F663EA5}" type="pres">
      <dgm:prSet presAssocID="{9FADA683-36C6-43B0-9710-B63AB7AF93BF}" presName="compNode" presStyleCnt="0"/>
      <dgm:spPr/>
    </dgm:pt>
    <dgm:pt modelId="{B3315533-208F-4568-B24C-FC97DF5DD177}" type="pres">
      <dgm:prSet presAssocID="{9FADA683-36C6-43B0-9710-B63AB7AF93BF}" presName="bgRect" presStyleLbl="bgShp" presStyleIdx="1" presStyleCnt="4"/>
      <dgm:spPr/>
    </dgm:pt>
    <dgm:pt modelId="{04517643-B4BA-45E2-BA0C-8361D9B6957D}" type="pres">
      <dgm:prSet presAssocID="{9FADA683-36C6-43B0-9710-B63AB7AF93B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58B9E9FD-8403-46B8-89B7-857D4A7301CE}" type="pres">
      <dgm:prSet presAssocID="{9FADA683-36C6-43B0-9710-B63AB7AF93BF}" presName="spaceRect" presStyleCnt="0"/>
      <dgm:spPr/>
    </dgm:pt>
    <dgm:pt modelId="{DE1CC05E-8D08-4177-8261-85FFF7D925E7}" type="pres">
      <dgm:prSet presAssocID="{9FADA683-36C6-43B0-9710-B63AB7AF93BF}" presName="parTx" presStyleLbl="revTx" presStyleIdx="1" presStyleCnt="4">
        <dgm:presLayoutVars>
          <dgm:chMax val="0"/>
          <dgm:chPref val="0"/>
        </dgm:presLayoutVars>
      </dgm:prSet>
      <dgm:spPr/>
    </dgm:pt>
    <dgm:pt modelId="{02D410C8-2EF2-4E85-A5A0-E0C6E2CA12C9}" type="pres">
      <dgm:prSet presAssocID="{6DD06F30-943C-4BFC-9BF3-AD00BFC25384}" presName="sibTrans" presStyleCnt="0"/>
      <dgm:spPr/>
    </dgm:pt>
    <dgm:pt modelId="{0AC13F0E-F850-40ED-9709-38C18CF96B07}" type="pres">
      <dgm:prSet presAssocID="{01CF37E9-0CF0-471A-89A2-2BFB63DA533B}" presName="compNode" presStyleCnt="0"/>
      <dgm:spPr/>
    </dgm:pt>
    <dgm:pt modelId="{AC714DE2-DA38-49FE-BBBE-640D13BB20A6}" type="pres">
      <dgm:prSet presAssocID="{01CF37E9-0CF0-471A-89A2-2BFB63DA533B}" presName="bgRect" presStyleLbl="bgShp" presStyleIdx="2" presStyleCnt="4"/>
      <dgm:spPr/>
    </dgm:pt>
    <dgm:pt modelId="{8A9027F9-49D4-4CB2-9629-53622A11FB03}" type="pres">
      <dgm:prSet presAssocID="{01CF37E9-0CF0-471A-89A2-2BFB63DA533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D7C40786-9C91-4539-BEA2-E43E0BE41D0A}" type="pres">
      <dgm:prSet presAssocID="{01CF37E9-0CF0-471A-89A2-2BFB63DA533B}" presName="spaceRect" presStyleCnt="0"/>
      <dgm:spPr/>
    </dgm:pt>
    <dgm:pt modelId="{5624D8F8-A6F9-408D-9A05-594A99F5C721}" type="pres">
      <dgm:prSet presAssocID="{01CF37E9-0CF0-471A-89A2-2BFB63DA533B}" presName="parTx" presStyleLbl="revTx" presStyleIdx="2" presStyleCnt="4">
        <dgm:presLayoutVars>
          <dgm:chMax val="0"/>
          <dgm:chPref val="0"/>
        </dgm:presLayoutVars>
      </dgm:prSet>
      <dgm:spPr/>
    </dgm:pt>
    <dgm:pt modelId="{676708BC-6931-419B-853A-F2B76F410240}" type="pres">
      <dgm:prSet presAssocID="{15FFF2B3-682C-4517-9F38-8D26026AE4EA}" presName="sibTrans" presStyleCnt="0"/>
      <dgm:spPr/>
    </dgm:pt>
    <dgm:pt modelId="{8A4EF613-4580-4320-ADCE-6643025EAF1F}" type="pres">
      <dgm:prSet presAssocID="{9B6F8F2D-B37B-4B5A-A613-67CF5C8E1A36}" presName="compNode" presStyleCnt="0"/>
      <dgm:spPr/>
    </dgm:pt>
    <dgm:pt modelId="{2250B1D0-7656-4CE7-AC8A-CC98EE699F3D}" type="pres">
      <dgm:prSet presAssocID="{9B6F8F2D-B37B-4B5A-A613-67CF5C8E1A36}" presName="bgRect" presStyleLbl="bgShp" presStyleIdx="3" presStyleCnt="4"/>
      <dgm:spPr/>
    </dgm:pt>
    <dgm:pt modelId="{A325D881-560B-4518-B95E-14F41718D237}" type="pres">
      <dgm:prSet presAssocID="{9B6F8F2D-B37B-4B5A-A613-67CF5C8E1A3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BACD0748-C5C5-4A23-80B5-E4702E32B888}" type="pres">
      <dgm:prSet presAssocID="{9B6F8F2D-B37B-4B5A-A613-67CF5C8E1A36}" presName="spaceRect" presStyleCnt="0"/>
      <dgm:spPr/>
    </dgm:pt>
    <dgm:pt modelId="{4A86C5B1-B2C5-4F1C-8398-A5B2CDB51B1F}" type="pres">
      <dgm:prSet presAssocID="{9B6F8F2D-B37B-4B5A-A613-67CF5C8E1A36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0E4F5C0B-D3D0-4BE5-98E5-B5BEF990A9A9}" type="presOf" srcId="{9FADA683-36C6-43B0-9710-B63AB7AF93BF}" destId="{DE1CC05E-8D08-4177-8261-85FFF7D925E7}" srcOrd="0" destOrd="0" presId="urn:microsoft.com/office/officeart/2018/2/layout/IconVerticalSolidList"/>
    <dgm:cxn modelId="{6E3FB415-47F5-482D-8E8A-917DC721461C}" type="presOf" srcId="{63C5D7AC-73EC-4384-985F-2A458893D62D}" destId="{0C3B8AA0-7033-4C59-920C-F51E2351D179}" srcOrd="0" destOrd="0" presId="urn:microsoft.com/office/officeart/2018/2/layout/IconVerticalSolidList"/>
    <dgm:cxn modelId="{1EDF9C21-5C24-4D36-A5E0-3579475C946E}" srcId="{63C5D7AC-73EC-4384-985F-2A458893D62D}" destId="{EE72052F-C8F1-424A-895D-53FBD1A422BE}" srcOrd="0" destOrd="0" parTransId="{E4EF3144-4ECD-46F8-B5BB-941BB93744AA}" sibTransId="{F94FEAEA-9FB0-46FF-AE99-6E4699ECFD13}"/>
    <dgm:cxn modelId="{C7C94230-9A39-434F-AE58-743C772B799C}" srcId="{63C5D7AC-73EC-4384-985F-2A458893D62D}" destId="{9FADA683-36C6-43B0-9710-B63AB7AF93BF}" srcOrd="1" destOrd="0" parTransId="{B826BD8F-3BDA-475B-A84C-C82072B10763}" sibTransId="{6DD06F30-943C-4BFC-9BF3-AD00BFC25384}"/>
    <dgm:cxn modelId="{EC243F42-BED2-4634-8858-D2F216616FA2}" srcId="{63C5D7AC-73EC-4384-985F-2A458893D62D}" destId="{01CF37E9-0CF0-471A-89A2-2BFB63DA533B}" srcOrd="2" destOrd="0" parTransId="{62A339D5-24F6-4D57-8C63-28A095159339}" sibTransId="{15FFF2B3-682C-4517-9F38-8D26026AE4EA}"/>
    <dgm:cxn modelId="{9BA9AA57-A49E-43BC-BEAE-E464AC46E581}" type="presOf" srcId="{01CF37E9-0CF0-471A-89A2-2BFB63DA533B}" destId="{5624D8F8-A6F9-408D-9A05-594A99F5C721}" srcOrd="0" destOrd="0" presId="urn:microsoft.com/office/officeart/2018/2/layout/IconVerticalSolidList"/>
    <dgm:cxn modelId="{AA69F57C-DCFF-4625-A430-0D17F8B7033E}" type="presOf" srcId="{EE72052F-C8F1-424A-895D-53FBD1A422BE}" destId="{D8518B02-CF5C-4997-AB9C-D30B419B635A}" srcOrd="0" destOrd="0" presId="urn:microsoft.com/office/officeart/2018/2/layout/IconVerticalSolidList"/>
    <dgm:cxn modelId="{92FC1B8C-9A6E-4455-81EE-AC0B9CC662BD}" srcId="{63C5D7AC-73EC-4384-985F-2A458893D62D}" destId="{9B6F8F2D-B37B-4B5A-A613-67CF5C8E1A36}" srcOrd="3" destOrd="0" parTransId="{7B853551-D493-4941-8354-7892951AA8C7}" sibTransId="{5685EB55-A29D-4C2E-85E9-A5E5D87664B4}"/>
    <dgm:cxn modelId="{7FEBAE9A-3B5E-4003-A28B-F196E1BFAE70}" type="presOf" srcId="{9B6F8F2D-B37B-4B5A-A613-67CF5C8E1A36}" destId="{4A86C5B1-B2C5-4F1C-8398-A5B2CDB51B1F}" srcOrd="0" destOrd="0" presId="urn:microsoft.com/office/officeart/2018/2/layout/IconVerticalSolidList"/>
    <dgm:cxn modelId="{CB2BF331-6B25-4A1A-BC87-47AB1B5B7EF3}" type="presParOf" srcId="{0C3B8AA0-7033-4C59-920C-F51E2351D179}" destId="{6E19BADF-8A1C-4566-8AEC-342DF3ABD37A}" srcOrd="0" destOrd="0" presId="urn:microsoft.com/office/officeart/2018/2/layout/IconVerticalSolidList"/>
    <dgm:cxn modelId="{81922786-0E08-4A85-B07C-812E603A2A4C}" type="presParOf" srcId="{6E19BADF-8A1C-4566-8AEC-342DF3ABD37A}" destId="{EF9C1B02-0015-4353-A714-907079095D34}" srcOrd="0" destOrd="0" presId="urn:microsoft.com/office/officeart/2018/2/layout/IconVerticalSolidList"/>
    <dgm:cxn modelId="{E4FEF16C-CB1A-4AE8-A44E-656F223D3344}" type="presParOf" srcId="{6E19BADF-8A1C-4566-8AEC-342DF3ABD37A}" destId="{C8E163C0-1414-418B-8A6A-A9EAE2991942}" srcOrd="1" destOrd="0" presId="urn:microsoft.com/office/officeart/2018/2/layout/IconVerticalSolidList"/>
    <dgm:cxn modelId="{8924E586-83C2-4227-99D6-E8BAB6C6D0A8}" type="presParOf" srcId="{6E19BADF-8A1C-4566-8AEC-342DF3ABD37A}" destId="{AFB28E0B-E409-4254-803A-1DD13786421A}" srcOrd="2" destOrd="0" presId="urn:microsoft.com/office/officeart/2018/2/layout/IconVerticalSolidList"/>
    <dgm:cxn modelId="{F5670B7D-2F65-43CC-8F74-6A5163DCF603}" type="presParOf" srcId="{6E19BADF-8A1C-4566-8AEC-342DF3ABD37A}" destId="{D8518B02-CF5C-4997-AB9C-D30B419B635A}" srcOrd="3" destOrd="0" presId="urn:microsoft.com/office/officeart/2018/2/layout/IconVerticalSolidList"/>
    <dgm:cxn modelId="{1541927A-C976-4F10-8B36-FC9D462F31C4}" type="presParOf" srcId="{0C3B8AA0-7033-4C59-920C-F51E2351D179}" destId="{A06FB62C-3B87-41CE-9E6D-9A3F7BA8D385}" srcOrd="1" destOrd="0" presId="urn:microsoft.com/office/officeart/2018/2/layout/IconVerticalSolidList"/>
    <dgm:cxn modelId="{1FAE9DC9-FB9A-4C0D-8CF5-A1C97852F911}" type="presParOf" srcId="{0C3B8AA0-7033-4C59-920C-F51E2351D179}" destId="{F0C825CC-A941-485B-A6E4-271B8F663EA5}" srcOrd="2" destOrd="0" presId="urn:microsoft.com/office/officeart/2018/2/layout/IconVerticalSolidList"/>
    <dgm:cxn modelId="{7124625D-7E83-4555-BBCC-4D21B76FA9FC}" type="presParOf" srcId="{F0C825CC-A941-485B-A6E4-271B8F663EA5}" destId="{B3315533-208F-4568-B24C-FC97DF5DD177}" srcOrd="0" destOrd="0" presId="urn:microsoft.com/office/officeart/2018/2/layout/IconVerticalSolidList"/>
    <dgm:cxn modelId="{62CC784A-E37B-4C37-9DDE-092AE745EC7D}" type="presParOf" srcId="{F0C825CC-A941-485B-A6E4-271B8F663EA5}" destId="{04517643-B4BA-45E2-BA0C-8361D9B6957D}" srcOrd="1" destOrd="0" presId="urn:microsoft.com/office/officeart/2018/2/layout/IconVerticalSolidList"/>
    <dgm:cxn modelId="{8F35D4E1-05A5-4E6A-93E9-7822FB6134D4}" type="presParOf" srcId="{F0C825CC-A941-485B-A6E4-271B8F663EA5}" destId="{58B9E9FD-8403-46B8-89B7-857D4A7301CE}" srcOrd="2" destOrd="0" presId="urn:microsoft.com/office/officeart/2018/2/layout/IconVerticalSolidList"/>
    <dgm:cxn modelId="{73B17105-6903-4707-B022-1547EB8C02A9}" type="presParOf" srcId="{F0C825CC-A941-485B-A6E4-271B8F663EA5}" destId="{DE1CC05E-8D08-4177-8261-85FFF7D925E7}" srcOrd="3" destOrd="0" presId="urn:microsoft.com/office/officeart/2018/2/layout/IconVerticalSolidList"/>
    <dgm:cxn modelId="{C2A26FEC-0259-463F-BDCA-BA00F4003D4C}" type="presParOf" srcId="{0C3B8AA0-7033-4C59-920C-F51E2351D179}" destId="{02D410C8-2EF2-4E85-A5A0-E0C6E2CA12C9}" srcOrd="3" destOrd="0" presId="urn:microsoft.com/office/officeart/2018/2/layout/IconVerticalSolidList"/>
    <dgm:cxn modelId="{AFF861ED-B87C-4DCC-8828-0FF926AEF52F}" type="presParOf" srcId="{0C3B8AA0-7033-4C59-920C-F51E2351D179}" destId="{0AC13F0E-F850-40ED-9709-38C18CF96B07}" srcOrd="4" destOrd="0" presId="urn:microsoft.com/office/officeart/2018/2/layout/IconVerticalSolidList"/>
    <dgm:cxn modelId="{BD652BC5-7618-42E5-901C-EF0F346F2949}" type="presParOf" srcId="{0AC13F0E-F850-40ED-9709-38C18CF96B07}" destId="{AC714DE2-DA38-49FE-BBBE-640D13BB20A6}" srcOrd="0" destOrd="0" presId="urn:microsoft.com/office/officeart/2018/2/layout/IconVerticalSolidList"/>
    <dgm:cxn modelId="{E5F93D8C-1784-45CA-B108-F83F93E1FAAE}" type="presParOf" srcId="{0AC13F0E-F850-40ED-9709-38C18CF96B07}" destId="{8A9027F9-49D4-4CB2-9629-53622A11FB03}" srcOrd="1" destOrd="0" presId="urn:microsoft.com/office/officeart/2018/2/layout/IconVerticalSolidList"/>
    <dgm:cxn modelId="{2D4BD563-5157-4A02-BF4F-E6A61A7C270C}" type="presParOf" srcId="{0AC13F0E-F850-40ED-9709-38C18CF96B07}" destId="{D7C40786-9C91-4539-BEA2-E43E0BE41D0A}" srcOrd="2" destOrd="0" presId="urn:microsoft.com/office/officeart/2018/2/layout/IconVerticalSolidList"/>
    <dgm:cxn modelId="{8153F18B-C345-4059-8ABC-81ABDCFD9CA4}" type="presParOf" srcId="{0AC13F0E-F850-40ED-9709-38C18CF96B07}" destId="{5624D8F8-A6F9-408D-9A05-594A99F5C721}" srcOrd="3" destOrd="0" presId="urn:microsoft.com/office/officeart/2018/2/layout/IconVerticalSolidList"/>
    <dgm:cxn modelId="{4EF27ABC-B8F6-4719-B3CC-B345BFB964FE}" type="presParOf" srcId="{0C3B8AA0-7033-4C59-920C-F51E2351D179}" destId="{676708BC-6931-419B-853A-F2B76F410240}" srcOrd="5" destOrd="0" presId="urn:microsoft.com/office/officeart/2018/2/layout/IconVerticalSolidList"/>
    <dgm:cxn modelId="{E2590637-0E39-464C-9C0A-18C3CD2372C9}" type="presParOf" srcId="{0C3B8AA0-7033-4C59-920C-F51E2351D179}" destId="{8A4EF613-4580-4320-ADCE-6643025EAF1F}" srcOrd="6" destOrd="0" presId="urn:microsoft.com/office/officeart/2018/2/layout/IconVerticalSolidList"/>
    <dgm:cxn modelId="{3A3E2712-455A-4B60-8FB2-15F534CE8713}" type="presParOf" srcId="{8A4EF613-4580-4320-ADCE-6643025EAF1F}" destId="{2250B1D0-7656-4CE7-AC8A-CC98EE699F3D}" srcOrd="0" destOrd="0" presId="urn:microsoft.com/office/officeart/2018/2/layout/IconVerticalSolidList"/>
    <dgm:cxn modelId="{3ACA301A-E68F-4E27-B5EB-F0FD9F2000D9}" type="presParOf" srcId="{8A4EF613-4580-4320-ADCE-6643025EAF1F}" destId="{A325D881-560B-4518-B95E-14F41718D237}" srcOrd="1" destOrd="0" presId="urn:microsoft.com/office/officeart/2018/2/layout/IconVerticalSolidList"/>
    <dgm:cxn modelId="{1A7ABBDA-70FD-4767-914A-EC8892FFE988}" type="presParOf" srcId="{8A4EF613-4580-4320-ADCE-6643025EAF1F}" destId="{BACD0748-C5C5-4A23-80B5-E4702E32B888}" srcOrd="2" destOrd="0" presId="urn:microsoft.com/office/officeart/2018/2/layout/IconVerticalSolidList"/>
    <dgm:cxn modelId="{D9498027-E87E-46C3-906D-780A6216C6CA}" type="presParOf" srcId="{8A4EF613-4580-4320-ADCE-6643025EAF1F}" destId="{4A86C5B1-B2C5-4F1C-8398-A5B2CDB51B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9C1B02-0015-4353-A714-907079095D34}">
      <dsp:nvSpPr>
        <dsp:cNvPr id="0" name=""/>
        <dsp:cNvSpPr/>
      </dsp:nvSpPr>
      <dsp:spPr>
        <a:xfrm>
          <a:off x="0" y="1515"/>
          <a:ext cx="10435972" cy="7683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E163C0-1414-418B-8A6A-A9EAE2991942}">
      <dsp:nvSpPr>
        <dsp:cNvPr id="0" name=""/>
        <dsp:cNvSpPr/>
      </dsp:nvSpPr>
      <dsp:spPr>
        <a:xfrm>
          <a:off x="232414" y="174386"/>
          <a:ext cx="422572" cy="4225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518B02-CF5C-4997-AB9C-D30B419B635A}">
      <dsp:nvSpPr>
        <dsp:cNvPr id="0" name=""/>
        <dsp:cNvSpPr/>
      </dsp:nvSpPr>
      <dsp:spPr>
        <a:xfrm>
          <a:off x="887402" y="1515"/>
          <a:ext cx="9548569" cy="76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13" tIns="81313" rIns="81313" bIns="8131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Introduction</a:t>
          </a:r>
          <a:endParaRPr lang="en-US" sz="2200" kern="1200" dirty="0"/>
        </a:p>
      </dsp:txBody>
      <dsp:txXfrm>
        <a:off x="887402" y="1515"/>
        <a:ext cx="9548569" cy="768313"/>
      </dsp:txXfrm>
    </dsp:sp>
    <dsp:sp modelId="{B3315533-208F-4568-B24C-FC97DF5DD177}">
      <dsp:nvSpPr>
        <dsp:cNvPr id="0" name=""/>
        <dsp:cNvSpPr/>
      </dsp:nvSpPr>
      <dsp:spPr>
        <a:xfrm>
          <a:off x="0" y="961908"/>
          <a:ext cx="10435972" cy="7683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517643-B4BA-45E2-BA0C-8361D9B6957D}">
      <dsp:nvSpPr>
        <dsp:cNvPr id="0" name=""/>
        <dsp:cNvSpPr/>
      </dsp:nvSpPr>
      <dsp:spPr>
        <a:xfrm>
          <a:off x="232414" y="1134778"/>
          <a:ext cx="422572" cy="4225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1CC05E-8D08-4177-8261-85FFF7D925E7}">
      <dsp:nvSpPr>
        <dsp:cNvPr id="0" name=""/>
        <dsp:cNvSpPr/>
      </dsp:nvSpPr>
      <dsp:spPr>
        <a:xfrm>
          <a:off x="887402" y="961908"/>
          <a:ext cx="9548569" cy="76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13" tIns="81313" rIns="81313" bIns="8131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Showcasing the Portfolio website</a:t>
          </a:r>
        </a:p>
      </dsp:txBody>
      <dsp:txXfrm>
        <a:off x="887402" y="961908"/>
        <a:ext cx="9548569" cy="768313"/>
      </dsp:txXfrm>
    </dsp:sp>
    <dsp:sp modelId="{AC714DE2-DA38-49FE-BBBE-640D13BB20A6}">
      <dsp:nvSpPr>
        <dsp:cNvPr id="0" name=""/>
        <dsp:cNvSpPr/>
      </dsp:nvSpPr>
      <dsp:spPr>
        <a:xfrm>
          <a:off x="0" y="1922300"/>
          <a:ext cx="10435972" cy="7683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9027F9-49D4-4CB2-9629-53622A11FB03}">
      <dsp:nvSpPr>
        <dsp:cNvPr id="0" name=""/>
        <dsp:cNvSpPr/>
      </dsp:nvSpPr>
      <dsp:spPr>
        <a:xfrm>
          <a:off x="232414" y="2095171"/>
          <a:ext cx="422572" cy="4225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4D8F8-A6F9-408D-9A05-594A99F5C721}">
      <dsp:nvSpPr>
        <dsp:cNvPr id="0" name=""/>
        <dsp:cNvSpPr/>
      </dsp:nvSpPr>
      <dsp:spPr>
        <a:xfrm>
          <a:off x="887402" y="1922300"/>
          <a:ext cx="9548569" cy="76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13" tIns="81313" rIns="81313" bIns="8131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Conclusion</a:t>
          </a:r>
        </a:p>
      </dsp:txBody>
      <dsp:txXfrm>
        <a:off x="887402" y="1922300"/>
        <a:ext cx="9548569" cy="768313"/>
      </dsp:txXfrm>
    </dsp:sp>
    <dsp:sp modelId="{2250B1D0-7656-4CE7-AC8A-CC98EE699F3D}">
      <dsp:nvSpPr>
        <dsp:cNvPr id="0" name=""/>
        <dsp:cNvSpPr/>
      </dsp:nvSpPr>
      <dsp:spPr>
        <a:xfrm>
          <a:off x="0" y="2882693"/>
          <a:ext cx="10435972" cy="76831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325D881-560B-4518-B95E-14F41718D237}">
      <dsp:nvSpPr>
        <dsp:cNvPr id="0" name=""/>
        <dsp:cNvSpPr/>
      </dsp:nvSpPr>
      <dsp:spPr>
        <a:xfrm>
          <a:off x="232414" y="3055563"/>
          <a:ext cx="422572" cy="4225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86C5B1-B2C5-4F1C-8398-A5B2CDB51B1F}">
      <dsp:nvSpPr>
        <dsp:cNvPr id="0" name=""/>
        <dsp:cNvSpPr/>
      </dsp:nvSpPr>
      <dsp:spPr>
        <a:xfrm>
          <a:off x="887402" y="2882693"/>
          <a:ext cx="9548569" cy="76831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313" tIns="81313" rIns="81313" bIns="8131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0" i="0" kern="1200" baseline="0" dirty="0"/>
            <a:t>Questions?</a:t>
          </a:r>
          <a:endParaRPr lang="en-US" sz="2200" kern="1200" dirty="0"/>
        </a:p>
      </dsp:txBody>
      <dsp:txXfrm>
        <a:off x="887402" y="2882693"/>
        <a:ext cx="9548569" cy="76831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B8B65A-D69F-C26C-B67E-036EF77BF1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2B9064-AE57-427F-E5AF-71DE7D52FE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8190EA-5EEC-4300-B6AE-D9734C6C648E}" type="datetimeFigureOut">
              <a:rPr lang="en-US" smtClean="0"/>
              <a:t>6/9/2025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86157A-CEB9-B0FC-3A49-BE950AEAD6F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819CA0-A57D-42D7-A625-56C22D0FA7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FF3A6F-DEFA-45E0-9496-BEE7C2C6F3D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002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7ADD9-2083-264C-A652-8D52D02F7E72}" type="datetimeFigureOut">
              <a:rPr lang="en-US" smtClean="0"/>
              <a:t>6/9/2025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7DC217-DF71-1A49-B3EA-559F1F43B0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425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385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47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89489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48444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7933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159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7DC217-DF71-1A49-B3EA-559F1F43B0F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086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AC79249-FDC0-364D-A734-AE1DE1605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3537B6D-42A5-F449-2691-321A167F7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3419"/>
            <a:ext cx="12192000" cy="6861419"/>
            <a:chOff x="0" y="-3419"/>
            <a:chExt cx="12192000" cy="6861419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902465C8-266D-104C-9C49-323DF4A8277E}"/>
                </a:ext>
              </a:extLst>
            </p:cNvPr>
            <p:cNvSpPr/>
            <p:nvPr userDrawn="1"/>
          </p:nvSpPr>
          <p:spPr>
            <a:xfrm>
              <a:off x="583746" y="4960030"/>
              <a:ext cx="1551214" cy="1551214"/>
            </a:xfrm>
            <a:prstGeom prst="ellipse">
              <a:avLst/>
            </a:prstGeom>
            <a:solidFill>
              <a:schemeClr val="tx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37979A1C-BF60-B345-A664-2E4F7A3461EB}"/>
                </a:ext>
              </a:extLst>
            </p:cNvPr>
            <p:cNvSpPr/>
            <p:nvPr userDrawn="1"/>
          </p:nvSpPr>
          <p:spPr>
            <a:xfrm>
              <a:off x="1" y="4571999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58080B3E-915C-2D4C-8608-596E1BFD6387}"/>
                </a:ext>
              </a:extLst>
            </p:cNvPr>
            <p:cNvSpPr/>
            <p:nvPr userDrawn="1"/>
          </p:nvSpPr>
          <p:spPr>
            <a:xfrm>
              <a:off x="1" y="5739492"/>
              <a:ext cx="1118508" cy="1118508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-3419"/>
              <a:ext cx="3927573" cy="3165022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8" name="Freeform 27">
              <a:extLst>
                <a:ext uri="{FF2B5EF4-FFF2-40B4-BE49-F238E27FC236}">
                  <a16:creationId xmlns:a16="http://schemas.microsoft.com/office/drawing/2014/main" id="{9E240E8A-950E-7946-826C-415CB5DACA43}"/>
                </a:ext>
              </a:extLst>
            </p:cNvPr>
            <p:cNvSpPr/>
            <p:nvPr userDrawn="1"/>
          </p:nvSpPr>
          <p:spPr>
            <a:xfrm>
              <a:off x="11024507" y="4580708"/>
              <a:ext cx="1167493" cy="2277292"/>
            </a:xfrm>
            <a:custGeom>
              <a:avLst/>
              <a:gdLst>
                <a:gd name="connsiteX0" fmla="*/ 1167473 w 1167493"/>
                <a:gd name="connsiteY0" fmla="*/ 0 h 2272167"/>
                <a:gd name="connsiteX1" fmla="*/ 1167493 w 1167493"/>
                <a:gd name="connsiteY1" fmla="*/ 0 h 2272167"/>
                <a:gd name="connsiteX2" fmla="*/ 1167493 w 1167493"/>
                <a:gd name="connsiteY2" fmla="*/ 492960 h 2272167"/>
                <a:gd name="connsiteX3" fmla="*/ 1167493 w 1167493"/>
                <a:gd name="connsiteY3" fmla="*/ 720385 h 2272167"/>
                <a:gd name="connsiteX4" fmla="*/ 1167493 w 1167493"/>
                <a:gd name="connsiteY4" fmla="*/ 2272167 h 2272167"/>
                <a:gd name="connsiteX5" fmla="*/ 0 w 1167493"/>
                <a:gd name="connsiteY5" fmla="*/ 2272167 h 2272167"/>
                <a:gd name="connsiteX6" fmla="*/ 0 w 1167493"/>
                <a:gd name="connsiteY6" fmla="*/ 1898074 h 2272167"/>
                <a:gd name="connsiteX7" fmla="*/ 0 w 1167493"/>
                <a:gd name="connsiteY7" fmla="*/ 1271597 h 2272167"/>
                <a:gd name="connsiteX8" fmla="*/ 0 w 1167493"/>
                <a:gd name="connsiteY8" fmla="*/ 1177688 h 2272167"/>
                <a:gd name="connsiteX9" fmla="*/ 1048124 w 1167493"/>
                <a:gd name="connsiteY9" fmla="*/ 6080 h 2272167"/>
                <a:gd name="connsiteX10" fmla="*/ 1167473 w 1167493"/>
                <a:gd name="connsiteY10" fmla="*/ 0 h 2272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67493" h="2272167">
                  <a:moveTo>
                    <a:pt x="1167473" y="0"/>
                  </a:moveTo>
                  <a:lnTo>
                    <a:pt x="1167493" y="0"/>
                  </a:lnTo>
                  <a:lnTo>
                    <a:pt x="1167493" y="492960"/>
                  </a:lnTo>
                  <a:lnTo>
                    <a:pt x="1167493" y="720385"/>
                  </a:lnTo>
                  <a:lnTo>
                    <a:pt x="1167493" y="2272167"/>
                  </a:lnTo>
                  <a:lnTo>
                    <a:pt x="0" y="2272167"/>
                  </a:lnTo>
                  <a:lnTo>
                    <a:pt x="0" y="1898074"/>
                  </a:lnTo>
                  <a:lnTo>
                    <a:pt x="0" y="1271597"/>
                  </a:lnTo>
                  <a:lnTo>
                    <a:pt x="0" y="1177688"/>
                  </a:lnTo>
                  <a:cubicBezTo>
                    <a:pt x="0" y="567919"/>
                    <a:pt x="459408" y="66389"/>
                    <a:pt x="1048124" y="6080"/>
                  </a:cubicBezTo>
                  <a:lnTo>
                    <a:pt x="1167473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3" y="232913"/>
            <a:ext cx="7096933" cy="383013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58864" y="102021"/>
            <a:ext cx="9779183" cy="174441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58865" y="2017467"/>
            <a:ext cx="9779182" cy="3366815"/>
          </a:xfrm>
        </p:spPr>
        <p:txBody>
          <a:bodyPr>
            <a:norm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AC10D125-AB73-D276-4947-94204736A3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71600"/>
            <a:ext cx="5486400" cy="4114800"/>
          </a:xfrm>
        </p:spPr>
        <p:txBody>
          <a:bodyPr anchor="ctr" anchorCtr="0">
            <a:noAutofit/>
          </a:bodyPr>
          <a:lstStyle>
            <a:lvl1pPr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124234B-E1C4-2616-9993-A23142AA69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83438" y="1168400"/>
            <a:ext cx="4500562" cy="4521200"/>
          </a:xfrm>
          <a:prstGeom prst="ellipse">
            <a:avLst/>
          </a:prstGeom>
          <a:solidFill>
            <a:schemeClr val="accent2"/>
          </a:solidFill>
        </p:spPr>
        <p:txBody>
          <a:bodyPr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26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EDB282-8288-C81F-52B5-048A3E80C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208822" cy="6858003"/>
            <a:chOff x="0" y="-1"/>
            <a:chExt cx="12208822" cy="6858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A62587F-7496-384A-AF40-18FC8CF0709D}"/>
                </a:ext>
              </a:extLst>
            </p:cNvPr>
            <p:cNvSpPr/>
            <p:nvPr userDrawn="1"/>
          </p:nvSpPr>
          <p:spPr>
            <a:xfrm>
              <a:off x="0" y="2286002"/>
              <a:ext cx="12208822" cy="4572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4DB028B-A475-224B-B675-A15A56CAD0BF}"/>
                </a:ext>
              </a:extLst>
            </p:cNvPr>
            <p:cNvSpPr/>
            <p:nvPr userDrawn="1"/>
          </p:nvSpPr>
          <p:spPr>
            <a:xfrm flipH="1">
              <a:off x="8597718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61C34955-105B-4D4D-B51D-754C5D38A85D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2734DEB1-EC02-2E42-9292-4ADD115060A5}"/>
                </a:ext>
              </a:extLst>
            </p:cNvPr>
            <p:cNvSpPr/>
            <p:nvPr userDrawn="1"/>
          </p:nvSpPr>
          <p:spPr>
            <a:xfrm rot="5400000" flipH="1" flipV="1">
              <a:off x="10344100" y="438098"/>
              <a:ext cx="2285999" cy="1409801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3" name="Title 1">
            <a:extLst>
              <a:ext uri="{FF2B5EF4-FFF2-40B4-BE49-F238E27FC236}">
                <a16:creationId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45085"/>
            <a:ext cx="9779183" cy="1600835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EED44-783E-8705-4119-D7E9F7D4F2B4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166087" y="2652713"/>
            <a:ext cx="9780587" cy="3436936"/>
          </a:xfrm>
        </p:spPr>
        <p:txBody>
          <a:bodyPr>
            <a:normAutofit/>
          </a:bodyPr>
          <a:lstStyle>
            <a:lvl1pPr marL="3429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1pPr>
            <a:lvl2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109728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371600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06318" y="6356350"/>
            <a:ext cx="160468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31769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5FBCE6F-2AA9-31FE-8148-33B480735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067EACEC-C2DD-EA42-8504-176673AD1F20}"/>
                </a:ext>
              </a:extLst>
            </p:cNvPr>
            <p:cNvSpPr/>
            <p:nvPr userDrawn="1"/>
          </p:nvSpPr>
          <p:spPr>
            <a:xfrm>
              <a:off x="0" y="0"/>
              <a:ext cx="8025490" cy="6858000"/>
            </a:xfrm>
            <a:custGeom>
              <a:avLst/>
              <a:gdLst>
                <a:gd name="connsiteX0" fmla="*/ 0 w 8025490"/>
                <a:gd name="connsiteY0" fmla="*/ 0 h 6858000"/>
                <a:gd name="connsiteX1" fmla="*/ 4596490 w 8025490"/>
                <a:gd name="connsiteY1" fmla="*/ 0 h 6858000"/>
                <a:gd name="connsiteX2" fmla="*/ 8025490 w 8025490"/>
                <a:gd name="connsiteY2" fmla="*/ 3429000 h 6858000"/>
                <a:gd name="connsiteX3" fmla="*/ 4596490 w 8025490"/>
                <a:gd name="connsiteY3" fmla="*/ 6858000 h 6858000"/>
                <a:gd name="connsiteX4" fmla="*/ 0 w 8025490"/>
                <a:gd name="connsiteY4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025490" h="6858000">
                  <a:moveTo>
                    <a:pt x="0" y="0"/>
                  </a:moveTo>
                  <a:lnTo>
                    <a:pt x="4596490" y="0"/>
                  </a:lnTo>
                  <a:cubicBezTo>
                    <a:pt x="6490274" y="0"/>
                    <a:pt x="8025490" y="1535216"/>
                    <a:pt x="8025490" y="3429000"/>
                  </a:cubicBezTo>
                  <a:cubicBezTo>
                    <a:pt x="8025490" y="5322784"/>
                    <a:pt x="6490274" y="6858000"/>
                    <a:pt x="4596490" y="6858000"/>
                  </a:cubicBezTo>
                  <a:lnTo>
                    <a:pt x="0" y="685800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89843C7E-5704-7A46-8974-F3BFA42E7310}"/>
                </a:ext>
              </a:extLst>
            </p:cNvPr>
            <p:cNvGrpSpPr/>
            <p:nvPr userDrawn="1"/>
          </p:nvGrpSpPr>
          <p:grpSpPr>
            <a:xfrm rot="16200000">
              <a:off x="8286528" y="2207195"/>
              <a:ext cx="3032351" cy="2443610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0B179973-08D2-EF40-B516-35E75E906394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6C811FF3-E48A-194D-8022-65F8C3A17449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177553"/>
            <a:ext cx="6245912" cy="3269447"/>
          </a:xfrm>
        </p:spPr>
        <p:txBody>
          <a:bodyPr bIns="0"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4" y="3492896"/>
            <a:ext cx="6245912" cy="912850"/>
          </a:xfrm>
        </p:spPr>
        <p:txBody>
          <a:bodyPr anchor="ctr" anchorCtr="0"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8652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14DB56B5-5DD7-95E3-52B2-EDC4B3F13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0"/>
            <a:ext cx="12191999" cy="6858000"/>
            <a:chOff x="1" y="0"/>
            <a:chExt cx="12191999" cy="6858000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flipH="1">
              <a:off x="8580896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D11C9832-A021-954E-A34F-2988D1189AE9}"/>
                </a:ext>
              </a:extLst>
            </p:cNvPr>
            <p:cNvSpPr/>
            <p:nvPr userDrawn="1"/>
          </p:nvSpPr>
          <p:spPr>
            <a:xfrm>
              <a:off x="1" y="0"/>
              <a:ext cx="933856" cy="933856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861BC34-DFBF-2D4F-B463-FCFBC08391FF}"/>
                </a:ext>
              </a:extLst>
            </p:cNvPr>
            <p:cNvGrpSpPr/>
            <p:nvPr userDrawn="1"/>
          </p:nvGrpSpPr>
          <p:grpSpPr>
            <a:xfrm>
              <a:off x="8082092" y="5590903"/>
              <a:ext cx="1572380" cy="1267097"/>
              <a:chOff x="7413403" y="4976359"/>
              <a:chExt cx="2334986" cy="1881641"/>
            </a:xfrm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55C37C19-F268-4A43-A0D4-3B1B38D48952}"/>
                  </a:ext>
                </a:extLst>
              </p:cNvPr>
              <p:cNvSpPr/>
              <p:nvPr userDrawn="1"/>
            </p:nvSpPr>
            <p:spPr>
              <a:xfrm rot="5400000" flipH="1" flipV="1">
                <a:off x="8223822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E4F760E5-9D5D-E44F-AEBF-20CA8DE87D11}"/>
                  </a:ext>
                </a:extLst>
              </p:cNvPr>
              <p:cNvSpPr/>
              <p:nvPr userDrawn="1"/>
            </p:nvSpPr>
            <p:spPr>
              <a:xfrm rot="16200000" flipV="1">
                <a:off x="7056329" y="5333433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>
                  <a:latin typeface="+mn-lt"/>
                </a:endParaRPr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601200" cy="1653371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843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1A0E8D4A-B13C-C7EE-5E27-278124A1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" y="1"/>
            <a:ext cx="12191999" cy="6857999"/>
            <a:chOff x="1" y="1"/>
            <a:chExt cx="12191999" cy="6857999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6A7F6A3F-E1DD-A246-9A6D-5F9B18BA2588}"/>
                </a:ext>
              </a:extLst>
            </p:cNvPr>
            <p:cNvSpPr/>
            <p:nvPr userDrawn="1"/>
          </p:nvSpPr>
          <p:spPr>
            <a:xfrm flipH="1">
              <a:off x="8580896" y="1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0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lnTo>
                    <a:pt x="1167493" y="0"/>
                  </a:lnTo>
                  <a:cubicBezTo>
                    <a:pt x="522704" y="0"/>
                    <a:pt x="0" y="522704"/>
                    <a:pt x="0" y="11674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055FD0FC-C8FF-6741-A364-A29CDC6F9495}"/>
                </a:ext>
              </a:extLst>
            </p:cNvPr>
            <p:cNvSpPr/>
            <p:nvPr userDrawn="1"/>
          </p:nvSpPr>
          <p:spPr>
            <a:xfrm rot="5400000" flipH="1">
              <a:off x="1" y="3246896"/>
              <a:ext cx="3611104" cy="3611104"/>
            </a:xfrm>
            <a:custGeom>
              <a:avLst/>
              <a:gdLst>
                <a:gd name="connsiteX0" fmla="*/ 0 w 1167493"/>
                <a:gd name="connsiteY0" fmla="*/ 0 h 1167493"/>
                <a:gd name="connsiteX1" fmla="*/ 1167493 w 1167493"/>
                <a:gd name="connsiteY1" fmla="*/ 1167493 h 1167493"/>
                <a:gd name="connsiteX2" fmla="*/ 0 w 1167493"/>
                <a:gd name="connsiteY2" fmla="*/ 1167493 h 1167493"/>
                <a:gd name="connsiteX3" fmla="*/ 0 w 1167493"/>
                <a:gd name="connsiteY3" fmla="*/ 0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67493" h="1167493">
                  <a:moveTo>
                    <a:pt x="0" y="0"/>
                  </a:moveTo>
                  <a:cubicBezTo>
                    <a:pt x="0" y="644789"/>
                    <a:pt x="522704" y="1167493"/>
                    <a:pt x="1167493" y="1167493"/>
                  </a:cubicBezTo>
                  <a:lnTo>
                    <a:pt x="0" y="11674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69008"/>
            <a:ext cx="9779183" cy="1706563"/>
          </a:xfrm>
        </p:spPr>
        <p:txBody>
          <a:bodyPr anchor="b">
            <a:noAutofit/>
          </a:bodyPr>
          <a:lstStyle>
            <a:lvl1pPr>
              <a:defRPr sz="42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26B296A-EB6A-9BE9-E813-B15C46524F4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1167493" y="2023984"/>
            <a:ext cx="4663440" cy="3332832"/>
          </a:xfrm>
        </p:spPr>
        <p:txBody>
          <a:bodyPr>
            <a:normAutofit/>
          </a:bodyPr>
          <a:lstStyle>
            <a:lvl1pPr marL="530352" indent="-530352">
              <a:spcBef>
                <a:spcPts val="1000"/>
              </a:spcBef>
              <a:buFont typeface="+mj-lt"/>
              <a:buAutoNum type="arabicPeriod"/>
              <a:defRPr sz="2000">
                <a:solidFill>
                  <a:schemeClr val="bg1"/>
                </a:solidFill>
                <a:latin typeface="+mn-lt"/>
              </a:defRPr>
            </a:lvl1pPr>
            <a:lvl2pPr marL="1097280" indent="-530352">
              <a:spcBef>
                <a:spcPts val="1000"/>
              </a:spcBef>
              <a:buFont typeface="+mj-lt"/>
              <a:buAutoNum type="alphaLcPeriod"/>
              <a:defRPr sz="2000">
                <a:solidFill>
                  <a:schemeClr val="bg1"/>
                </a:solidFill>
                <a:latin typeface="+mn-lt"/>
              </a:defRPr>
            </a:lvl2pPr>
            <a:lvl3pPr marL="1645920" indent="-530352">
              <a:spcBef>
                <a:spcPts val="1000"/>
              </a:spcBef>
              <a:buFont typeface="+mj-lt"/>
              <a:buAutoNum type="arabicParenR"/>
              <a:defRPr sz="2000">
                <a:solidFill>
                  <a:schemeClr val="bg1"/>
                </a:solidFill>
                <a:latin typeface="+mn-lt"/>
              </a:defRPr>
            </a:lvl3pPr>
            <a:lvl4pPr marL="1920240" indent="-530352">
              <a:spcBef>
                <a:spcPts val="1000"/>
              </a:spcBef>
              <a:buFont typeface="+mj-lt"/>
              <a:buAutoNum type="alphaLcParenR"/>
              <a:defRPr sz="2000">
                <a:solidFill>
                  <a:schemeClr val="bg1"/>
                </a:solidFill>
                <a:latin typeface="+mn-lt"/>
              </a:defRPr>
            </a:lvl4pPr>
            <a:lvl5pPr marL="2560320" indent="-514350">
              <a:spcBef>
                <a:spcPts val="1000"/>
              </a:spcBef>
              <a:buFont typeface="+mj-lt"/>
              <a:buAutoNum type="romanLcPeriod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435B7D5-E7F8-1267-8942-3C97BE836B98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3235" y="2023984"/>
            <a:ext cx="4663440" cy="3332832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Font typeface="Arial" panose="020B0604020202020204" pitchFamily="34" charset="0"/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83464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2pPr>
            <a:lvl3pPr marL="566928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3pPr>
            <a:lvl4pPr marL="850392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4pPr>
            <a:lvl5pPr marL="1133856" indent="-283464">
              <a:spcBef>
                <a:spcPts val="10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26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ABA2A58C-57B7-834C-8F5C-329932241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6200000">
            <a:off x="10772262" y="152641"/>
            <a:ext cx="1572380" cy="1267097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67492" y="136526"/>
            <a:ext cx="9779183" cy="1570038"/>
          </a:xfrm>
        </p:spPr>
        <p:txBody>
          <a:bodyPr anchor="b">
            <a:noAutofit/>
          </a:bodyPr>
          <a:lstStyle>
            <a:lvl1pPr>
              <a:defRPr sz="42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7493" y="2084832"/>
            <a:ext cx="9779182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170101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153276" y="6356350"/>
            <a:ext cx="1657723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0945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8AD52EA-B01E-8D38-D87A-BF7EB5B58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-1"/>
            <a:ext cx="12192001" cy="6864796"/>
            <a:chOff x="0" y="-1"/>
            <a:chExt cx="12192001" cy="6864796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AC79249-FDC0-364D-A734-AE1DE1605D28}"/>
                </a:ext>
              </a:extLst>
            </p:cNvPr>
            <p:cNvSpPr/>
            <p:nvPr userDrawn="1"/>
          </p:nvSpPr>
          <p:spPr>
            <a:xfrm>
              <a:off x="8264426" y="0"/>
              <a:ext cx="3927574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F15FBB50-09C8-B64E-AE57-67C5E70810CB}"/>
                </a:ext>
              </a:extLst>
            </p:cNvPr>
            <p:cNvGrpSpPr/>
            <p:nvPr userDrawn="1"/>
          </p:nvGrpSpPr>
          <p:grpSpPr>
            <a:xfrm>
              <a:off x="8264427" y="3685939"/>
              <a:ext cx="3927573" cy="3178856"/>
              <a:chOff x="9857014" y="13834"/>
              <a:chExt cx="2334986" cy="1881641"/>
            </a:xfrm>
          </p:grpSpPr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EFBF1E52-11FA-DC48-B7AD-75734232FFE8}"/>
                  </a:ext>
                </a:extLst>
              </p:cNvPr>
              <p:cNvSpPr/>
              <p:nvPr userDrawn="1"/>
            </p:nvSpPr>
            <p:spPr>
              <a:xfrm rot="5400000" flipH="1" flipV="1">
                <a:off x="10667433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850B620-49F5-3748-84AF-682555D52792}"/>
                  </a:ext>
                </a:extLst>
              </p:cNvPr>
              <p:cNvSpPr/>
              <p:nvPr userDrawn="1"/>
            </p:nvSpPr>
            <p:spPr>
              <a:xfrm rot="16200000" flipV="1">
                <a:off x="9499940" y="370908"/>
                <a:ext cx="1881641" cy="1167493"/>
              </a:xfrm>
              <a:custGeom>
                <a:avLst/>
                <a:gdLst>
                  <a:gd name="connsiteX0" fmla="*/ 1881641 w 1881641"/>
                  <a:gd name="connsiteY0" fmla="*/ 1167473 h 1167493"/>
                  <a:gd name="connsiteX1" fmla="*/ 1881641 w 1881641"/>
                  <a:gd name="connsiteY1" fmla="*/ 1167493 h 1167493"/>
                  <a:gd name="connsiteX2" fmla="*/ 1167493 w 1881641"/>
                  <a:gd name="connsiteY2" fmla="*/ 1167493 h 1167493"/>
                  <a:gd name="connsiteX3" fmla="*/ 0 w 1881641"/>
                  <a:gd name="connsiteY3" fmla="*/ 0 h 1167493"/>
                  <a:gd name="connsiteX4" fmla="*/ 714149 w 1881641"/>
                  <a:gd name="connsiteY4" fmla="*/ 0 h 1167493"/>
                  <a:gd name="connsiteX5" fmla="*/ 1875614 w 1881641"/>
                  <a:gd name="connsiteY5" fmla="*/ 1048124 h 1167493"/>
                  <a:gd name="connsiteX6" fmla="*/ 1881641 w 1881641"/>
                  <a:gd name="connsiteY6" fmla="*/ 1167473 h 11674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881641" h="1167493">
                    <a:moveTo>
                      <a:pt x="1881641" y="1167473"/>
                    </a:moveTo>
                    <a:lnTo>
                      <a:pt x="1881641" y="1167493"/>
                    </a:lnTo>
                    <a:lnTo>
                      <a:pt x="1167493" y="1167493"/>
                    </a:lnTo>
                    <a:cubicBezTo>
                      <a:pt x="522704" y="1167493"/>
                      <a:pt x="0" y="644789"/>
                      <a:pt x="0" y="0"/>
                    </a:cubicBezTo>
                    <a:lnTo>
                      <a:pt x="714149" y="0"/>
                    </a:lnTo>
                    <a:cubicBezTo>
                      <a:pt x="1318639" y="0"/>
                      <a:pt x="1815827" y="459408"/>
                      <a:pt x="1875614" y="1048124"/>
                    </a:cubicBezTo>
                    <a:lnTo>
                      <a:pt x="1881641" y="1167473"/>
                    </a:lnTo>
                    <a:close/>
                  </a:path>
                </a:pathLst>
              </a:cu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C68F289-2744-2F48-893A-3F17911625C8}"/>
                </a:ext>
              </a:extLst>
            </p:cNvPr>
            <p:cNvSpPr/>
            <p:nvPr userDrawn="1"/>
          </p:nvSpPr>
          <p:spPr>
            <a:xfrm>
              <a:off x="0" y="-1"/>
              <a:ext cx="1167493" cy="1167493"/>
            </a:xfrm>
            <a:custGeom>
              <a:avLst/>
              <a:gdLst>
                <a:gd name="connsiteX0" fmla="*/ 0 w 862693"/>
                <a:gd name="connsiteY0" fmla="*/ 0 h 862693"/>
                <a:gd name="connsiteX1" fmla="*/ 862693 w 862693"/>
                <a:gd name="connsiteY1" fmla="*/ 0 h 862693"/>
                <a:gd name="connsiteX2" fmla="*/ 0 w 862693"/>
                <a:gd name="connsiteY2" fmla="*/ 862693 h 862693"/>
                <a:gd name="connsiteX3" fmla="*/ 0 w 862693"/>
                <a:gd name="connsiteY3" fmla="*/ 0 h 8626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2693" h="862693">
                  <a:moveTo>
                    <a:pt x="0" y="0"/>
                  </a:moveTo>
                  <a:lnTo>
                    <a:pt x="862693" y="0"/>
                  </a:lnTo>
                  <a:cubicBezTo>
                    <a:pt x="862693" y="476453"/>
                    <a:pt x="476452" y="862693"/>
                    <a:pt x="0" y="86269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39563C76-BC00-DE47-88F5-C24D3CE3325A}"/>
                </a:ext>
              </a:extLst>
            </p:cNvPr>
            <p:cNvSpPr/>
            <p:nvPr userDrawn="1"/>
          </p:nvSpPr>
          <p:spPr>
            <a:xfrm>
              <a:off x="10228214" y="-1"/>
              <a:ext cx="1963787" cy="3178856"/>
            </a:xfrm>
            <a:custGeom>
              <a:avLst/>
              <a:gdLst>
                <a:gd name="connsiteX0" fmla="*/ 0 w 1963787"/>
                <a:gd name="connsiteY0" fmla="*/ 0 h 3178856"/>
                <a:gd name="connsiteX1" fmla="*/ 1963787 w 1963787"/>
                <a:gd name="connsiteY1" fmla="*/ 0 h 3178856"/>
                <a:gd name="connsiteX2" fmla="*/ 1963787 w 1963787"/>
                <a:gd name="connsiteY2" fmla="*/ 1967129 h 3178856"/>
                <a:gd name="connsiteX3" fmla="*/ 1963787 w 1963787"/>
                <a:gd name="connsiteY3" fmla="*/ 2349671 h 3178856"/>
                <a:gd name="connsiteX4" fmla="*/ 1963787 w 1963787"/>
                <a:gd name="connsiteY4" fmla="*/ 3178856 h 3178856"/>
                <a:gd name="connsiteX5" fmla="*/ 1963753 w 1963787"/>
                <a:gd name="connsiteY5" fmla="*/ 3178856 h 3178856"/>
                <a:gd name="connsiteX6" fmla="*/ 1763002 w 1963787"/>
                <a:gd name="connsiteY6" fmla="*/ 3168629 h 3178856"/>
                <a:gd name="connsiteX7" fmla="*/ 0 w 1963787"/>
                <a:gd name="connsiteY7" fmla="*/ 1197921 h 3178856"/>
                <a:gd name="connsiteX8" fmla="*/ 0 w 1963787"/>
                <a:gd name="connsiteY8" fmla="*/ 1039961 h 3178856"/>
                <a:gd name="connsiteX9" fmla="*/ 0 w 1963787"/>
                <a:gd name="connsiteY9" fmla="*/ 0 h 3178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963787" h="3178856">
                  <a:moveTo>
                    <a:pt x="0" y="0"/>
                  </a:moveTo>
                  <a:lnTo>
                    <a:pt x="1963787" y="0"/>
                  </a:lnTo>
                  <a:lnTo>
                    <a:pt x="1963787" y="1967129"/>
                  </a:lnTo>
                  <a:lnTo>
                    <a:pt x="1963787" y="2349671"/>
                  </a:lnTo>
                  <a:lnTo>
                    <a:pt x="1963787" y="3178856"/>
                  </a:lnTo>
                  <a:lnTo>
                    <a:pt x="1963753" y="3178856"/>
                  </a:lnTo>
                  <a:lnTo>
                    <a:pt x="1763002" y="3168629"/>
                  </a:lnTo>
                  <a:cubicBezTo>
                    <a:pt x="772749" y="3067186"/>
                    <a:pt x="0" y="2223585"/>
                    <a:pt x="0" y="1197921"/>
                  </a:cubicBezTo>
                  <a:lnTo>
                    <a:pt x="0" y="1039961"/>
                  </a:lnTo>
                  <a:lnTo>
                    <a:pt x="0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67494" y="252549"/>
            <a:ext cx="6220278" cy="3262811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67493" y="3685939"/>
            <a:ext cx="6220277" cy="2919512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1000"/>
            <a:ext cx="11430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825625"/>
            <a:ext cx="11430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9/8/20XX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0678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71" r:id="rId4"/>
    <p:sldLayoutId id="2147483659" r:id="rId5"/>
    <p:sldLayoutId id="2147483668" r:id="rId6"/>
    <p:sldLayoutId id="2147483669" r:id="rId7"/>
    <p:sldLayoutId id="2147483661" r:id="rId8"/>
    <p:sldLayoutId id="2147483666" r:id="rId9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F3D98-3C30-4CFC-8643-C81E829C8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7493" y="232913"/>
            <a:ext cx="7096933" cy="3830130"/>
          </a:xfrm>
        </p:spPr>
        <p:txBody>
          <a:bodyPr/>
          <a:lstStyle/>
          <a:p>
            <a:r>
              <a:rPr lang="en-US" dirty="0"/>
              <a:t>Portfolio Presentation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DF434-28DB-4621-A497-D62C41CE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469" y="663879"/>
            <a:ext cx="5441576" cy="734813"/>
          </a:xfrm>
        </p:spPr>
        <p:txBody>
          <a:bodyPr/>
          <a:lstStyle/>
          <a:p>
            <a:r>
              <a:rPr lang="en-US" dirty="0"/>
              <a:t>Presentation Structure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6B648062-E4E1-2F2D-F2D9-CCCCEE4708B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0077985"/>
              </p:ext>
            </p:extLst>
          </p:nvPr>
        </p:nvGraphicFramePr>
        <p:xfrm>
          <a:off x="830469" y="1846436"/>
          <a:ext cx="10435972" cy="36525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ED0427B-D5FF-7AD5-F290-A5236E95D85C}"/>
              </a:ext>
            </a:extLst>
          </p:cNvPr>
          <p:cNvSpPr txBox="1"/>
          <p:nvPr/>
        </p:nvSpPr>
        <p:spPr>
          <a:xfrm>
            <a:off x="830469" y="5659634"/>
            <a:ext cx="44060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Expected presentation time: 5-10 minutes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56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48DD4-4828-CE87-0C5C-42BE175E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5575" y="1168400"/>
            <a:ext cx="5260202" cy="1694329"/>
          </a:xfrm>
        </p:spPr>
        <p:txBody>
          <a:bodyPr/>
          <a:lstStyle/>
          <a:p>
            <a:r>
              <a:rPr lang="en-US" dirty="0"/>
              <a:t>Corodeanu David Cristian</a:t>
            </a:r>
          </a:p>
        </p:txBody>
      </p:sp>
      <p:pic>
        <p:nvPicPr>
          <p:cNvPr id="6" name="Picture Placeholder 5" descr="A person taking a selfie&#10;&#10;Description automatically generated">
            <a:extLst>
              <a:ext uri="{FF2B5EF4-FFF2-40B4-BE49-F238E27FC236}">
                <a16:creationId xmlns:a16="http://schemas.microsoft.com/office/drawing/2014/main" id="{783FD949-8BED-5D9E-E3DF-B147447C861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t="140" b="140"/>
          <a:stretch>
            <a:fillRect/>
          </a:stretch>
        </p:blipFill>
        <p:spPr/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BB17B8-02B7-0E55-066B-3411CE96CB1C}"/>
              </a:ext>
            </a:extLst>
          </p:cNvPr>
          <p:cNvSpPr txBox="1"/>
          <p:nvPr/>
        </p:nvSpPr>
        <p:spPr>
          <a:xfrm>
            <a:off x="1605575" y="3429000"/>
            <a:ext cx="48182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 am a passionate gamer and programmer that is eager to embark on new journeys and conquer challenges ahead.</a:t>
            </a:r>
          </a:p>
        </p:txBody>
      </p:sp>
    </p:spTree>
    <p:extLst>
      <p:ext uri="{BB962C8B-B14F-4D97-AF65-F5344CB8AC3E}">
        <p14:creationId xmlns:p14="http://schemas.microsoft.com/office/powerpoint/2010/main" val="3662677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4CFB73D-B7C9-A177-04F3-E48E841A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7706" y="2725271"/>
            <a:ext cx="7216588" cy="703729"/>
          </a:xfrm>
        </p:spPr>
        <p:txBody>
          <a:bodyPr/>
          <a:lstStyle/>
          <a:p>
            <a:r>
              <a:rPr lang="en-US" dirty="0"/>
              <a:t>Let’s go the Portfolio Website!</a:t>
            </a:r>
          </a:p>
        </p:txBody>
      </p:sp>
    </p:spTree>
    <p:extLst>
      <p:ext uri="{BB962C8B-B14F-4D97-AF65-F5344CB8AC3E}">
        <p14:creationId xmlns:p14="http://schemas.microsoft.com/office/powerpoint/2010/main" val="2652102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FF5EE67-DE83-C00F-F31C-58A2B4623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7492" y="45085"/>
            <a:ext cx="9779183" cy="1600835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7743C-9A64-6DD7-26EC-7870E2484D2F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1166813" y="2652713"/>
            <a:ext cx="9780587" cy="3436937"/>
          </a:xfrm>
        </p:spPr>
        <p:txBody>
          <a:bodyPr>
            <a:normAutofit/>
          </a:bodyPr>
          <a:lstStyle/>
          <a:p>
            <a:r>
              <a:rPr lang="en-US" dirty="0"/>
              <a:t>You have gained more insight into who I am.</a:t>
            </a:r>
          </a:p>
          <a:p>
            <a:r>
              <a:rPr lang="en-US" dirty="0"/>
              <a:t>This has been a year packed with interesting experiences and I have greatly developed both my technical and professional skills.</a:t>
            </a:r>
          </a:p>
          <a:p>
            <a:r>
              <a:rPr lang="en-US" dirty="0"/>
              <a:t>This Portfolio shows some of my biggest accomplishments in</a:t>
            </a:r>
            <a:br>
              <a:rPr lang="en-US" dirty="0"/>
            </a:br>
            <a:r>
              <a:rPr lang="en-US" dirty="0"/>
              <a:t>this scholar year(2024-2025).</a:t>
            </a:r>
          </a:p>
          <a:p>
            <a:r>
              <a:rPr lang="en-US" dirty="0"/>
              <a:t>Looking forward for the future (vacation)!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3387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AA093-E00B-31E9-0A13-71142E30E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2576" y="2850776"/>
            <a:ext cx="3933424" cy="802412"/>
          </a:xfrm>
        </p:spPr>
        <p:txBody>
          <a:bodyPr/>
          <a:lstStyle/>
          <a:p>
            <a:r>
              <a:rPr lang="en-US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4117153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1C753FD-96EC-101A-B8A4-5F69A189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6012" y="3047402"/>
            <a:ext cx="3789988" cy="763195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096735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45331398_Win32_SL_V13" id="{C59E605D-C281-4A06-BDA0-E97A35AC3AA8}" vid="{25D1D206-DA25-4050-926A-BD6D3A1B50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E98C35-9ECE-4425-BCBA-00E118C705C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5A8381C-73EB-48EA-B45F-7B7C8C7DF40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AA6A711-2C3F-4EC0-B88B-62D74085117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Universal presentation</Template>
  <TotalTime>28</TotalTime>
  <Words>114</Words>
  <Application>Microsoft Office PowerPoint</Application>
  <PresentationFormat>Widescreen</PresentationFormat>
  <Paragraphs>24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Tenorite</vt:lpstr>
      <vt:lpstr>Custom</vt:lpstr>
      <vt:lpstr>Portfolio Presentation</vt:lpstr>
      <vt:lpstr>Presentation Structure</vt:lpstr>
      <vt:lpstr>Corodeanu David Cristian</vt:lpstr>
      <vt:lpstr>Let’s go the Portfolio Website!</vt:lpstr>
      <vt:lpstr>Conclusion</vt:lpstr>
      <vt:lpstr>Questions?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Corodeanu</dc:creator>
  <cp:lastModifiedBy>David Corodeanu</cp:lastModifiedBy>
  <cp:revision>3</cp:revision>
  <dcterms:created xsi:type="dcterms:W3CDTF">2025-01-14T17:18:13Z</dcterms:created>
  <dcterms:modified xsi:type="dcterms:W3CDTF">2025-06-09T16:40:23Z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